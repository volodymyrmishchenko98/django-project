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ayfair Display" panose="00000500000000000000" pitchFamily="2" charset="-52"/>
      <p:regular r:id="rId13"/>
      <p:bold r:id="rId14"/>
      <p:italic r:id="rId15"/>
      <p:boldItalic r:id="rId16"/>
    </p:embeddedFont>
    <p:embeddedFont>
      <p:font typeface="Urbanist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3F04C4-0D2B-4449-BE2D-B01194436980}">
  <a:tblStyle styleId="{103F04C4-0D2B-4449-BE2D-B011944369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colorTemperature colorTemp="11400"/>
                    </a14:imgEffect>
                    <a14:imgEffect>
                      <a14:saturation sat="4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01876"/>
            <a:ext cx="1104900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146399"/>
            <a:ext cx="11601450" cy="89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 dirty="0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КІНОАРХІВ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227486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Веб-додаток на базі Django для менеджменту фільмотеки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3300" y="2928937"/>
            <a:ext cx="4267200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Огляд проєкту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47625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366962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Мета проєкту — створення повнофункціональної платформи для каталогізації кінострічок. Система дозволяє користувачам керувати власним архівом, зберігаючи детальну інформацію про кожну одиницю контенту.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3776662"/>
            <a:ext cx="6067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Повний цикл керування даними </a:t>
            </a: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(CRUD)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4224337"/>
            <a:ext cx="6067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Зручна навігація через спільний Header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4672012"/>
            <a:ext cx="6067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Адаптивний інтерфейс для будь-яких пристроїв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5119687"/>
            <a:ext cx="6067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Інтуїтивно зрозумілий дизайн у стилі кінотеатру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39050" y="3214687"/>
            <a:ext cx="36957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1.0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39050" y="4262437"/>
            <a:ext cx="3695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VERSION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76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24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72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1968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76350"/>
            <a:ext cx="34924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27635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276350"/>
            <a:ext cx="34924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19550"/>
            <a:ext cx="34924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401955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27950" y="4019550"/>
            <a:ext cx="34924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3810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Технологічний стек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381000"/>
            <a:ext cx="47625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51012" y="15716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94228" y="2143125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Python 3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2638425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Основна мова програмування для логіки сервера.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57726" y="15716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4572375" y="2143125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Django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44925" y="2638425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Потужний веб-фреймворк для швидкої розробки.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07463" y="15716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350679" y="2143125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SQLite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23225" y="2638425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Легка та надійна база даних для зберігання архіву.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174825" y="43148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94228" y="4886325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Django Templates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66775" y="5381625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Гнучка система шаблонізації для HTML.</a:t>
            </a:r>
            <a:endParaRPr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952976" y="43148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4572375" y="4886325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HTML5 &amp; CSS3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644925" y="5381625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Сучасна верстка та стилізація інтерфейсу.</a:t>
            </a:r>
            <a:endParaRPr/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36025" y="43148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8350679" y="4886325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Django ORM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423225" y="5381625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Ефективна робота з БД без чистого SQL.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533400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Основні можливості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571500"/>
            <a:ext cx="47625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190750"/>
            <a:ext cx="52959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286500" y="2171700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Керування контентом: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619875" y="256222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Додавання: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Форма з валідацією полів та завантаженням постера.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19875" y="33147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Перегляд: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Список фільмів у вигляді карток та детальна сторінка.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19875" y="406717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Редагування: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Можливість оновити будь-яке поле існуючого фільму.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619875" y="48196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Видалення: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Безпечне очищення бази даних від зайвих записів.</a:t>
            </a:r>
            <a:endParaRPr/>
          </a:p>
        </p:txBody>
      </p:sp>
      <p:pic>
        <p:nvPicPr>
          <p:cNvPr id="152" name="Google Shape;15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562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314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067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8196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Модель даних (Movie Model)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571500"/>
            <a:ext cx="47625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71500" y="2386012"/>
            <a:ext cx="11049000" cy="2981325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7"/>
          <p:cNvGraphicFramePr/>
          <p:nvPr>
            <p:extLst>
              <p:ext uri="{D42A27DB-BD31-4B8C-83A1-F6EECF244321}">
                <p14:modId xmlns:p14="http://schemas.microsoft.com/office/powerpoint/2010/main" val="944903003"/>
              </p:ext>
            </p:extLst>
          </p:nvPr>
        </p:nvGraphicFramePr>
        <p:xfrm>
          <a:off x="571500" y="2386012"/>
          <a:ext cx="11049000" cy="2981300"/>
        </p:xfrm>
        <a:graphic>
          <a:graphicData uri="http://schemas.openxmlformats.org/drawingml/2006/table">
            <a:tbl>
              <a:tblPr firstRow="1" bandRow="1">
                <a:noFill/>
                <a:tableStyleId>{103F04C4-0D2B-4449-BE2D-B01194436980}</a:tableStyleId>
              </a:tblPr>
              <a:tblGrid>
                <a:gridCol w="160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Поле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Тип</a:t>
                      </a:r>
                      <a:r>
                        <a:rPr lang="en-US" sz="1200" b="1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1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даних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Опис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title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CharField</a:t>
                      </a: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</a:t>
                      </a:r>
                      <a:r>
                        <a:rPr lang="en-US" sz="12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max_length</a:t>
                      </a: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=200)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Назва фільму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director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CharField(max_length=100)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Режисер стрічки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genre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CharField(max_length=100)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Жанр (Драма, Комедія тощо)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year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IntegerField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Рік випуску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poster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ImageField(upload_to='posters/')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Обкладинка фільму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rating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IntegerField (1-10)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Оцінка</a:t>
                      </a:r>
                      <a:r>
                        <a:rPr lang="en-US" sz="12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користувача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5" name="Google Shape;165;p17"/>
          <p:cNvSpPr/>
          <p:nvPr/>
        </p:nvSpPr>
        <p:spPr>
          <a:xfrm>
            <a:off x="571500" y="3257550"/>
            <a:ext cx="16012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2172741" y="3257550"/>
            <a:ext cx="493439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7107138" y="3257550"/>
            <a:ext cx="45133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71500" y="3676650"/>
            <a:ext cx="16012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2172741" y="3676650"/>
            <a:ext cx="493439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7107138" y="3676650"/>
            <a:ext cx="45133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71500" y="4095750"/>
            <a:ext cx="16012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2172741" y="4095750"/>
            <a:ext cx="493439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7107138" y="4095750"/>
            <a:ext cx="45133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71500" y="4514850"/>
            <a:ext cx="16012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172741" y="4514850"/>
            <a:ext cx="493439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107138" y="4514850"/>
            <a:ext cx="45133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71500" y="4933950"/>
            <a:ext cx="16012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172741" y="4933950"/>
            <a:ext cx="493439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7107138" y="4933950"/>
            <a:ext cx="45133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71500" y="5353050"/>
            <a:ext cx="16012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172741" y="5353050"/>
            <a:ext cx="493439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107138" y="5353050"/>
            <a:ext cx="45133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9800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95500"/>
            <a:ext cx="5334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Архітектура проєкту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71500" y="571500"/>
            <a:ext cx="47625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866775" y="2505075"/>
            <a:ext cx="49806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Структура файлів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66775" y="3267075"/>
            <a:ext cx="4743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Проєкт організований за стандартом Django: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581775" y="2390775"/>
            <a:ext cx="49806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Маршрутизація</a:t>
            </a:r>
            <a:endParaRPr/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5050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3907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6915150" y="3114675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— Головна сторінка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915150" y="3562350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/movies/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— Каталог фільмів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915150" y="4010025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/movies/add/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— Додавання нового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915150" y="4457700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/movies//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— Деталі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915150" y="4905375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/author/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— Про автора</a:t>
            </a:r>
            <a:endParaRPr/>
          </a:p>
        </p:txBody>
      </p:sp>
      <p:pic>
        <p:nvPicPr>
          <p:cNvPr id="202" name="Google Shape;20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3228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3662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4623" y="4114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456217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50006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762000" y="130492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Дизайн та UX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571500" y="1304925"/>
            <a:ext cx="47625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571500" y="23907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Інтерфейс побудований з акцентом на контент. Використано сучасні картки фільмів з ефектами наведення.</a:t>
            </a:r>
            <a:endParaRPr/>
          </a:p>
        </p:txBody>
      </p:sp>
      <p:pic>
        <p:nvPicPr>
          <p:cNvPr id="215" name="Google Shape;21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904875" y="36480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Адаптивний Header з меню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904875" y="40957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Постери однакового розміру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904875" y="454342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Темна кольорова гама (Night Mode)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904875" y="499110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Центрований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збалансований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контент</a:t>
            </a:r>
            <a:endParaRPr dirty="0"/>
          </a:p>
        </p:txBody>
      </p:sp>
      <p:pic>
        <p:nvPicPr>
          <p:cNvPr id="220" name="Google Shape;22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312" y="37528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312" y="421225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262" y="467166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2402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47950"/>
            <a:ext cx="53340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Пошук та фільтрація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71500" y="571500"/>
            <a:ext cx="47625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571500" y="2128837"/>
            <a:ext cx="56007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Розширений функціонал: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571500" y="2557462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Для зручності користувача було реалізовано інструменти швидкого пошуку в каталозі.</a:t>
            </a:r>
            <a:endParaRPr/>
          </a:p>
        </p:txBody>
      </p:sp>
      <p:pic>
        <p:nvPicPr>
          <p:cNvPr id="234" name="Google Shape;23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0" y="29432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6463188" y="3514725"/>
            <a:ext cx="498062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Search Engine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581775" y="401002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Urbanist"/>
                <a:ea typeface="Urbanist"/>
                <a:cs typeface="Urbanist"/>
                <a:sym typeface="Urbanist"/>
              </a:rPr>
              <a:t>Реалізовано на рівні QuerySet у Django Views для максимальної швидкості.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904875" y="335756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Пошук</a:t>
            </a:r>
            <a:r>
              <a:rPr lang="en-US" sz="1500" b="1" i="0" u="none" strike="noStrike" cap="none" dirty="0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за</a:t>
            </a:r>
            <a:r>
              <a:rPr lang="en-US" sz="1500" b="1" i="0" u="none" strike="noStrike" cap="none" dirty="0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назвою</a:t>
            </a:r>
            <a:r>
              <a:rPr lang="en-US" sz="1500" b="1" i="0" u="none" strike="noStrike" cap="none" dirty="0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Миттєва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фільтрація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бази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даних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через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GET-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запити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38" name="Google Shape;238;p20"/>
          <p:cNvSpPr txBox="1"/>
          <p:nvPr/>
        </p:nvSpPr>
        <p:spPr>
          <a:xfrm>
            <a:off x="904875" y="41100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Сортування</a:t>
            </a:r>
            <a:r>
              <a:rPr lang="en-US" sz="1500" b="1" i="0" u="none" strike="noStrike" cap="none" dirty="0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Можливість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упорядкування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за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роком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випуску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39" name="Google Shape;239;p20"/>
          <p:cNvSpPr txBox="1"/>
          <p:nvPr/>
        </p:nvSpPr>
        <p:spPr>
          <a:xfrm>
            <a:off x="904875" y="48625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Фільтр жанрів: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Відображення лише обраних категорій стрічок.</a:t>
            </a:r>
            <a:endParaRPr/>
          </a:p>
        </p:txBody>
      </p:sp>
      <p:pic>
        <p:nvPicPr>
          <p:cNvPr id="240" name="Google Shape;24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8595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913" y="422446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913" y="496296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7450"/>
            <a:ext cx="34924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57450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457450"/>
            <a:ext cx="349240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762000" y="5715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Аналітика та рейтинги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571500" y="571500"/>
            <a:ext cx="47625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794228" y="3705225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Рейтинг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66775" y="4200525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Користувацька оцінка якості фільму.</a:t>
            </a:r>
            <a:endParaRPr/>
          </a:p>
        </p:txBody>
      </p:sp>
      <p:pic>
        <p:nvPicPr>
          <p:cNvPr id="255" name="Google Shape;25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1538" y="27527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4572375" y="3324225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Перегляди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4644925" y="3819525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Автоматичний лічильник відвідувань сторінки фільму.</a:t>
            </a:r>
            <a:endParaRPr/>
          </a:p>
        </p:txBody>
      </p:sp>
      <p:pic>
        <p:nvPicPr>
          <p:cNvPr id="258" name="Google Shape;25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07463" y="27527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8350679" y="3324225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Watched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423225" y="3819525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Відмітка про те, чи був фільм переглянутий користувачем.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866775" y="2752725"/>
            <a:ext cx="29018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10/10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4110751" y="1932682"/>
            <a:ext cx="3970496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D7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Django Admin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2286000" y="2923282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Проєкт включає повністю налаштовану панель адміністратора. Це потужний інструмент для модерації вмісту безпосередньо з браузера, що забезпечує повний контроль над базою даних фільмів.</a:t>
            </a:r>
            <a:endParaRPr/>
          </a:p>
        </p:txBody>
      </p:sp>
      <p:pic>
        <p:nvPicPr>
          <p:cNvPr id="269" name="Google Shape;26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0889" y="4534644"/>
            <a:ext cx="2247453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8842" y="4534644"/>
            <a:ext cx="1712118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Широкий екран</PresentationFormat>
  <Paragraphs>84</Paragraphs>
  <Slides>10</Slides>
  <Notes>10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5" baseType="lpstr">
      <vt:lpstr>Urbanist</vt:lpstr>
      <vt:lpstr>Arial</vt:lpstr>
      <vt:lpstr>Playfair Display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Наталія Міщенко</cp:lastModifiedBy>
  <cp:revision>1</cp:revision>
  <dcterms:modified xsi:type="dcterms:W3CDTF">2026-06-11T09:13:55Z</dcterms:modified>
</cp:coreProperties>
</file>